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Recommendation Systems Engineer</c:v>
                  </c:pt>
                  <c:pt idx="1">
                    <c:v>Machine Learning Engineer</c:v>
                  </c:pt>
                  <c:pt idx="2">
                    <c:v>Applied ML Engineer</c:v>
                  </c:pt>
                  <c:pt idx="3">
                    <c:v>AI Engineer</c:v>
                  </c:pt>
                  <c:pt idx="4">
                    <c:v>Search Engineer</c:v>
                  </c:pt>
                  <c:pt idx="5">
                    <c:v>Other Tier-1/2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12</c:v>
                </c:pt>
                <c:pt idx="2">
                  <c:v>11</c:v>
                </c:pt>
                <c:pt idx="3">
                  <c:v>15</c:v>
                </c:pt>
                <c:pt idx="4">
                  <c:v>12</c:v>
                </c:pt>
                <c:pt idx="5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20116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TRACK 01 — DATA &amp;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Ranking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7E8F9"/>
                </a:solidFill>
              </a:rPr>
              <a:t>Multi-component feature scoring · No LLM at inference time · CPU-only in 33 seconds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840480"/>
            <a:ext cx="365760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886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Rajneel Chavan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BTech '26 — SIT Pune  ·  rajneelchavan16@gmail.com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JD Actually Means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749040" cy="3566160"/>
          </a:xfrm>
          <a:prstGeom prst="rect">
            <a:avLst/>
          </a:prstGeom>
          <a:solidFill>
            <a:srgbClr val="FFF1F2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37490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Keyword Matching (Wrong)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Rank candidates by AI skill 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Marketing Manager with 10 AI skills → rank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Ignore career history descriptions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Treat all skills as equal signal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Ignore platform behavioral signals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914400"/>
            <a:ext cx="3749040" cy="356616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914400"/>
            <a:ext cx="37490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Semantic Understanding (Right)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417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Title tier as primary anchor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8745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Career descriptions &gt; skill list keywords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3317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AI/ML-specific YoE (not just total YoE)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7889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Skill quality: proficiency × endorsements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2461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Behavioral signals as availability modifier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</a:rPr>
              <a:t>"The right answer involves reasoning about the gap between what the JD says and what the JD means." — JD, Final Note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 =  base_score  ×  behavioral_modifier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base_score  =  0.22·title + 0.25·ai_exp + 0.20·skills + 0.22·career_content + 0.08·trajectory + 0.03·location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50876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128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100K Candidates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JSONL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2368296"/>
            <a:ext cx="182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92024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920240"/>
            <a:ext cx="15087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2128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Fast-path filter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for non-technical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2368296"/>
            <a:ext cx="182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92024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1920240"/>
            <a:ext cx="15087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22128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6-component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base scoring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2368296"/>
            <a:ext cx="182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192024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32120" y="1920240"/>
            <a:ext cx="15087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2128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Behavioral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modifier ×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40880" y="2368296"/>
            <a:ext cx="1828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192024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1920240"/>
            <a:ext cx="150876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2128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Sort → top 100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+ rescale scores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150876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200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33s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runtime on CPU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(100K candidates)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48840" y="3154680"/>
            <a:ext cx="150876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48840" y="3200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2148840" y="3749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external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dependencies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0" y="3154680"/>
            <a:ext cx="150876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40480" y="3200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3840480" y="3749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API calls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at inference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3154680"/>
            <a:ext cx="150876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32120" y="3200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87%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5532120" y="3749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India-based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 top 100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3154680"/>
            <a:ext cx="1508760" cy="109728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23760" y="32004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7223760" y="37490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honeypots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 top 100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6A34A"/>
                </a:solidFill>
              </a:rPr>
              <a:t>Python stdlib only (json · csv · datetime · pathlib · argparse)  ·  No model loading  ·  Gzip JSONL supported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Components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0" y="1024128"/>
            <a:ext cx="3383280" cy="18288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1024128"/>
            <a:ext cx="320040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AI Experience (career history)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172200" y="9875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225296"/>
            <a:ext cx="59893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Years specifically in AI/ML roles, not total YoE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682496"/>
            <a:ext cx="3383280" cy="18288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682496"/>
            <a:ext cx="2816352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813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Title Score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72200" y="1645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883664"/>
            <a:ext cx="59893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4-tier title map from full dataset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2340864"/>
            <a:ext cx="3383280" cy="18288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340864"/>
            <a:ext cx="2816352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3969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Career Content Score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72200" y="23042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22%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542032"/>
            <a:ext cx="59893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Weighted term scan of role descriptions (NDCG, deployed, FAISS…)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2999232"/>
            <a:ext cx="3383280" cy="18288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2999232"/>
            <a:ext cx="2560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9806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Skills Quality Score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29626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200400"/>
            <a:ext cx="59893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Proficiency × endorsements × usage duration — not just skill count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3657600"/>
            <a:ext cx="3383280" cy="18288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657600"/>
            <a:ext cx="102412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564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Career Trajectory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36210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8%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858768"/>
            <a:ext cx="59893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Penalises all-consulting background per JD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0" y="4315968"/>
            <a:ext cx="3383280" cy="182880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315968"/>
            <a:ext cx="38404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14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Location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72200" y="42793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3%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4517136"/>
            <a:ext cx="59893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India-first; willing-to-relocate international = 0.70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553712"/>
            <a:ext cx="8412480" cy="475488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45537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A580C"/>
                </a:solidFill>
              </a:rPr>
              <a:t>× Behavioral Modifier  </a:t>
            </a:r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(×0.25–1.30)  open_to_work · days_since_active · recruiter_response_rate · notice_period · interview_completion · github_activity · saved_by_recruiters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Keyword Stuffers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046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Dataset insight: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5,000+ candidates each have skills like 'FAISS', 'Semantic Search', 'Embeddings' — including HR Managers, Accountants, and Sales Executives.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606040" cy="3200400"/>
          </a:xfrm>
          <a:prstGeom prst="rect">
            <a:avLst/>
          </a:prstGeom>
          <a:solidFill>
            <a:srgbClr val="FFF1F2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72768"/>
            <a:ext cx="260604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Skills list alone (broken)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65960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Skills list = self-reported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45973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HR Manager with 10 AI skills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953512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= keyword stuffer → rank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447288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No endorsement/duration check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94106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Ignores what career says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572768"/>
            <a:ext cx="2606040" cy="320040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72768"/>
            <a:ext cx="260604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Career content (strong signal)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1965960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Scan role DESCRIPTIONS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45973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Look for 'NDCG', 'deployed',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953512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'FAISS', 'A/B testing'…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3447288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Recency-weighted (recent &gt; old)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394106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Consulting roles 0.65× penalty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572768"/>
            <a:ext cx="2606040" cy="3200400"/>
          </a:xfrm>
          <a:prstGeom prst="rect">
            <a:avLst/>
          </a:prstGeom>
          <a:solidFill>
            <a:srgbClr val="F5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572768"/>
            <a:ext cx="26060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5727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Skills quality (trust layer)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1965960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proficiency × endorsements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245973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× usage_duration_months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4768" y="2953512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Expert + 0 months = 0 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3447288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Beginner + 0 endorse = ~0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394106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Catches shallow keyword lists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6A34A"/>
                </a:solidFill>
              </a:rPr>
              <a:t>Result: ML Engineers have 1.0 AI terms/role in descriptions; HR Managers have 0.3 — the gap drives ranking.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Modifier + Honeypot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64008" cy="3977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5953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Behavioral Modifier  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Range: 0.25 – 1.30  ·  Perfect-on-paper ≠ available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open_to_work_flag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87168" y="15361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× 1.12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× 0.88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days_since_active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87168" y="20116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× 1.18  (≤14d)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2029968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× 0.62  (&gt;180d)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recruiter_response_rate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24871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× 1.12  (≥75%)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2505456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× 0.75  (&lt;15%)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626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notice_period_days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29626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× 1.12  (≤15d)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980944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× 0.85  (&gt;90d)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4381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interview_completion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87168" y="34381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× 1.06  (≥85%)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3456432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× 0.92  (&lt;30%)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913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github_activity_score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87168" y="39136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× 1.06  (≥70)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93192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— neutral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023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22960"/>
            <a:ext cx="64008" cy="3977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8595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Honeypot Detection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~80 in dataset · &gt;10% rate = auto-disqualified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1536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1.  </a:t>
            </a:r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Total career months &gt; 2.2× claimed years_of_experience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2.  </a:t>
            </a:r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expert proficiency on skill with duration_months = 0  (×3+)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26700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3.  </a:t>
            </a:r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8 or more skills at expert level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2369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4.  </a:t>
            </a:r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Total skill endorsements &gt; 5× connection count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8039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5.  </a:t>
            </a:r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Multiple is_current = true roles simultaneously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919472"/>
            <a:ext cx="8412480" cy="274320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919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Result: 0 honeypots detected in top 100  ·  Honeypot candidates score 0.001 and never surface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Top 10 Ranked Candidates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7724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#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777240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Candidate 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777240"/>
            <a:ext cx="3319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Title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40680" y="77724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YoE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6480" y="7772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777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Signals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14300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143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107899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CAND_0071974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107899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Senior AI Engineer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107899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7.8 yr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107899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0.990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10789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A/B testing, ranking, NDCG in career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444752"/>
            <a:ext cx="8412480" cy="347472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150876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144475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CAND_0096142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144475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Applied ML Engineer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144475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yr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144475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0.955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Production retrieval, strong behavioral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181051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" y="1874520"/>
            <a:ext cx="228600" cy="2286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1874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" y="181051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CAND_0011687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181051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Senior NLP Engineer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181051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7.8 yr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81051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0.916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1810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NDCG, MRR, FAISS in career history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176272"/>
            <a:ext cx="8412480" cy="347472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2240280"/>
            <a:ext cx="228600" cy="2286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" y="217627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CAND_0036184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03120" y="217627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Recommendation Systems Engineer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0680" y="217627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yr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26480" y="217627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0.885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2176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Ranking + shipped, open to work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254203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" y="2606040"/>
            <a:ext cx="228600" cy="2286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" y="254203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CAND_0009024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254203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Search Engineer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40680" y="254203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5.2 yr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26480" y="254203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0.816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58000" y="25420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Semantic search, vector, production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2907792"/>
            <a:ext cx="8412480" cy="347472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2336" y="2971800"/>
            <a:ext cx="228600" cy="2286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9808" y="290779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CAND_0000031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290779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Recommendation Systems Engineer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40680" y="290779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yr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26480" y="290779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0.807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5800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A/B test, ranking, Pinecone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327355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2336" y="3337560"/>
            <a:ext cx="228600" cy="2286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" y="3337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9808" y="327355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CAND_0044222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103120" y="327355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AI Engineer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40680" y="327355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7.7 yr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126480" y="327355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0.800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5800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Ranking, production, India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3639312"/>
            <a:ext cx="8412480" cy="347472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2336" y="3703320"/>
            <a:ext cx="228600" cy="2286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2336" y="3703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9808" y="363931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CAND_0020708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103120" y="363931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Search Engineer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440680" y="363931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4.2 yr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126480" y="363931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0.797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858000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Active, high response rate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400507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02336" y="4069080"/>
            <a:ext cx="228600" cy="2286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02336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49808" y="400507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CAND_0055905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103120" y="400507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Senior Machine Learning Engineer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440680" y="400507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8.1 yr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26480" y="400507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0.766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858000" y="40050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ML ops + retrieval experience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65760" y="4370832"/>
            <a:ext cx="8412480" cy="347472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36" y="4434840"/>
            <a:ext cx="228600" cy="22860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2336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49808" y="437083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CAND_0006418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2103120" y="437083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Machine Learning Engineer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440680" y="4370832"/>
            <a:ext cx="667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5.7 yr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126480" y="4370832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0.757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858000" y="43708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A/B test, ranking, 92% response rate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517904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151790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9264"/>
            <a:ext cx="1517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33s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9105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CPU runtime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vs 5 min budget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66544" y="804672"/>
            <a:ext cx="1517904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66544" y="804672"/>
            <a:ext cx="151790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969264"/>
            <a:ext cx="1517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66544" y="159105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Tier-1/2 titles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66544" y="1810512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 top 100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67328" y="804672"/>
            <a:ext cx="1517904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67328" y="804672"/>
            <a:ext cx="151790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969264"/>
            <a:ext cx="1517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87%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67328" y="159105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India-based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67328" y="1810512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87/100 candidates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68112" y="804672"/>
            <a:ext cx="1517904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68112" y="804672"/>
            <a:ext cx="1517904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969264"/>
            <a:ext cx="1517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68112" y="159105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Honeypots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68112" y="1810512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flagged &amp; excluded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68896" y="804672"/>
            <a:ext cx="1517904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68896" y="804672"/>
            <a:ext cx="151790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969264"/>
            <a:ext cx="1517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68896" y="159105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Dependencies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68896" y="1810512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stdlib only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2212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Title Distribution in Top 100</a:t>
            </a:r>
            <a:endParaRPr lang="en-US" sz="13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51460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5394960" y="2212848"/>
            <a:ext cx="3383280" cy="278892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53212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</a:rPr>
              <a:t>Why This Approach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32120" y="267004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JD says: 'not keyword matching' → title as anchor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532120" y="309067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Career descriptions are hard to fake vs skill list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532120" y="351129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Behavioral signals = actual hiring availability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532120" y="39319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Consulting penalty matches JD disqualifiers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532120" y="43525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 LLM → production-scalable to 200K+ pool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6032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7E8F9"/>
                </a:solidFill>
              </a:rPr>
              <a:t>github.com/rajneelchavan/redrob-candidate-ranker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7E8F9"/>
                </a:solidFill>
              </a:rPr>
              <a:t>rajneelchavan16@gmail.com  ·  +91-7506448345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✓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Multi-component scoring — no model, no API calls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✓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Title-anchored + career-content differentiates real vs keyword-stuffed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✓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Behavioral modifier handles real-world hiring availability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✓ 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33s runtime · 0 honeypots · 87% India · 100% Tier-1/2 titles in top 100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Hackathon — Intelligent Candidate Ranking System</dc:title>
  <dc:subject>PptxGenJS Presentation</dc:subject>
  <dc:creator>Rajneel Chavan</dc:creator>
  <cp:lastModifiedBy>Rajneel Chavan</cp:lastModifiedBy>
  <cp:revision>1</cp:revision>
  <dcterms:created xsi:type="dcterms:W3CDTF">2026-06-05T09:11:09Z</dcterms:created>
  <dcterms:modified xsi:type="dcterms:W3CDTF">2026-06-05T09:11:09Z</dcterms:modified>
</cp:coreProperties>
</file>